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85" r:id="rId6"/>
    <p:sldId id="278" r:id="rId7"/>
    <p:sldId id="276" r:id="rId8"/>
    <p:sldId id="279" r:id="rId9"/>
    <p:sldId id="277" r:id="rId10"/>
    <p:sldId id="282" r:id="rId11"/>
    <p:sldId id="283" r:id="rId12"/>
    <p:sldId id="260" r:id="rId13"/>
    <p:sldId id="264" r:id="rId14"/>
    <p:sldId id="269" r:id="rId15"/>
    <p:sldId id="262" r:id="rId16"/>
    <p:sldId id="263" r:id="rId17"/>
    <p:sldId id="259" r:id="rId18"/>
    <p:sldId id="261" r:id="rId19"/>
    <p:sldId id="268" r:id="rId20"/>
    <p:sldId id="271" r:id="rId21"/>
    <p:sldId id="270" r:id="rId22"/>
    <p:sldId id="265" r:id="rId23"/>
    <p:sldId id="266" r:id="rId24"/>
    <p:sldId id="267" r:id="rId25"/>
    <p:sldId id="274" r:id="rId26"/>
    <p:sldId id="275" r:id="rId27"/>
    <p:sldId id="284" r:id="rId28"/>
    <p:sldId id="286" r:id="rId29"/>
    <p:sldId id="287" r:id="rId30"/>
    <p:sldId id="28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MANAGED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Foundry's identity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1572768"/>
            <a:ext cx="10698480" cy="548640"/>
          </a:xfrm>
          <a:prstGeom prst="rect">
            <a:avLst/>
          </a:prstGeom>
          <a:noFill/>
        </p:spPr>
        <p:txBody>
          <a:bodyPr wrap="square" lIns="164592" tIns="109728" rIns="164592" bIns="109728">
            <a:spAutoFit/>
          </a:bodyPr>
          <a:lstStyle/>
          <a:p>
            <a:pPr algn="l"/>
            <a:r>
              <a:rPr sz="1400" b="0" dirty="0">
                <a:solidFill>
                  <a:srgbClr val="605E5C"/>
                </a:solidFill>
                <a:latin typeface="Segoe UI"/>
              </a:rPr>
              <a:t>Beyond the provisioner and app roles, Foundry runs on a hierarchy of its own identities — the account, each project, and each hosted agent. In a multi-project account, </a:t>
            </a:r>
            <a:r>
              <a:rPr sz="1400" b="1" dirty="0">
                <a:solidFill>
                  <a:srgbClr val="605E5C"/>
                </a:solidFill>
                <a:latin typeface="Segoe UI"/>
              </a:rPr>
              <a:t>every project carries its own — so their data stays isolated.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5166360" cy="2651760"/>
          </a:xfrm>
          <a:prstGeom prst="roundRect">
            <a:avLst/>
          </a:prstGeom>
          <a:solidFill>
            <a:srgbClr val="EEE9F4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5C2D91"/>
                </a:solidFill>
                <a:latin typeface="Segoe UI"/>
              </a:rPr>
              <a:t>PROJECT MANAGED IDENTITY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Platform &amp; project-level operations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The project's own system-assigned Entra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Secretless, project-level access to its dependencies — Foundry-managed storage (threads · files · vector stores), connected data sources and tool back-ends.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RBAC on those dependencies is granted to this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Represents the project as a whole — not any single agent.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05E5C"/>
                </a:solidFill>
                <a:latin typeface="Segoe UI"/>
              </a:rPr>
              <a:t>In this repo: </a:t>
            </a:r>
            <a:r>
              <a:rPr sz="1050" b="0">
                <a:solidFill>
                  <a:srgbClr val="605E5C"/>
                </a:solidFill>
                <a:latin typeface="Consolas"/>
              </a:rPr>
              <a:t>SystemAssigned on accounts/projects.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200400"/>
            <a:ext cx="5166360" cy="2651760"/>
          </a:xfrm>
          <a:prstGeom prst="roundRect">
            <a:avLst/>
          </a:prstGeom>
          <a:solidFill>
            <a:srgbClr val="E4F0F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0078D4"/>
                </a:solidFill>
                <a:latin typeface="Segoe UI"/>
              </a:rPr>
              <a:t>HOSTED AGENT IDENTITY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Makes the agent a first-class, governable principal.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243A5E"/>
                </a:solidFill>
                <a:latin typeface="Consolas"/>
              </a:rPr>
              <a:t>Hosted Agent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agent versions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stable endpoint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unique Entra agent identity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can later be published to M365 / Teams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605E5C"/>
                </a:solidFill>
                <a:latin typeface="Segoe UI"/>
              </a:rPr>
              <a:t>→ versioned, addressable and individually governed — </a:t>
            </a:r>
            <a:r>
              <a:rPr sz="1100" b="1">
                <a:solidFill>
                  <a:srgbClr val="605E5C"/>
                </a:solidFill>
                <a:latin typeface="Segoe UI"/>
              </a:rPr>
              <a:t>and portable to M365 / Teams.</a:t>
            </a:r>
          </a:p>
        </p:txBody>
      </p:sp>
      <p:sp>
        <p:nvSpPr>
          <p:cNvPr id="12" name="Hierarchy band"/>
          <p:cNvSpPr/>
          <p:nvPr/>
        </p:nvSpPr>
        <p:spPr>
          <a:xfrm>
            <a:off x="777240" y="2167128"/>
            <a:ext cx="10634472" cy="932688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bIns="27432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3A5E"/>
                </a:solidFill>
                <a:latin typeface="Consolas"/>
              </a:rPr>
              <a:t>Foundry account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account-level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A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Prompt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 agent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Entra agent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identity  (detailed below ↓)</a:t>
            </a:r>
            <a:endParaRPr lang="en-US" sz="1100" b="0" dirty="0">
              <a:solidFill>
                <a:srgbClr val="605E5C"/>
              </a:solidFill>
              <a:latin typeface="Consolas"/>
            </a:endParaRPr>
          </a:p>
          <a:p>
            <a:r>
              <a:rPr lang="en-US" sz="110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Hosted agent2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  · own Entra agent2 identity  (detailed below ↓)</a:t>
            </a:r>
            <a:endParaRPr sz="1100" b="0" dirty="0">
              <a:solidFill>
                <a:srgbClr val="605E5C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B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Prompt agent</a:t>
            </a:r>
            <a:r>
              <a:rPr lang="en-US" sz="3000" b="1">
                <a:solidFill>
                  <a:srgbClr val="243A5E"/>
                </a:solidFill>
                <a:latin typeface="Segoe UI"/>
              </a:rPr>
              <a:t>: </a:t>
            </a:r>
            <a:r>
              <a:rPr sz="3000" b="1">
                <a:solidFill>
                  <a:srgbClr val="243A5E"/>
                </a:solidFill>
                <a:latin typeface="Segoe UI"/>
              </a:rPr>
              <a:t>persona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in or out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TWO AGENT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agent: persona + model +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Your own code packaged as a container image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Where it runs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Serverless — fully managed, no compute you own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pulls the image into a managed sandbox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You provide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definition: instructions, model,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container image (ACR) + protocol-library code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Custom code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prompt + configuration only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Any framework: Agent Framework, LangGraph, SK…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Tools &amp; memory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— attach tools &amp; MemorySearchTool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From code via Toolbox MCP / memory APIs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Generally available (GA)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Public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Gislefoss runs a prompt agent (agent-gislefoss-sdc) — declarative, GA, no container to host.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SCALING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Scaling — 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Agent compute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serverless, managed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VM-isolated sandbox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Primary limit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Model deployment TPM/RPM (or PTU)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Concurrent sessions (50/region)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Scale to zero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N/A — nothing is running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Yes — 15-min idle, state persisted &amp; resumed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you tune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Model quota / deployment type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session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billing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pay per token only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active session (+ tokens)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Generally available (GA)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Public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Both bottleneck on the model deployment's TPM/RPM (or PTU) quota — hosted just adds a per-session compute layer.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AGENT HOSTING · MANAGED vs. SELF-HOSTED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Hosted agent vs. agent in a Container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Foundry 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Agent in a Container App</a:t>
                      </a:r>
                    </a:p>
                  </a:txBody>
                  <a:tcPr marL="109728" marR="109728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Who operates it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— managed runtime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— your ACA environment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Dedicated Entra identity, auto-created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provision &amp; RBAC a managed 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Server &amp; protocol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Library handles HTTP, SSE, health, lifecycle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build &amp; own the web server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State &amp; sessions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sandbox, $HOME persisted, scale-to-zero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design session storage &amp; resume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Container registry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Must stay public (no private-endpoint ACR)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Private ACR / full VNet control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&amp; 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Fixed 0.5/1/2 vCPU ·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Any size/replicas · GA + SLA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Hosted = tight Foundry coupling, zero plumbing. Container App = GA/SLA, private networking, custom compute.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4751</Words>
  <Application>Microsoft Office PowerPoint</Application>
  <PresentationFormat>Widescreen</PresentationFormat>
  <Paragraphs>651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33</cp:revision>
  <dcterms:created xsi:type="dcterms:W3CDTF">2013-01-27T09:14:16Z</dcterms:created>
  <dcterms:modified xsi:type="dcterms:W3CDTF">2026-06-22T10:19:41Z</dcterms:modified>
  <cp:category/>
</cp:coreProperties>
</file>