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6" r:id="rId26"/>
    <p:sldId id="260" r:id="rId5"/>
    <p:sldId id="264" r:id="rId6"/>
    <p:sldId id="269" r:id="rId7"/>
    <p:sldId id="262" r:id="rId8"/>
    <p:sldId id="263" r:id="rId9"/>
    <p:sldId id="259" r:id="rId10"/>
    <p:sldId id="261" r:id="rId11"/>
    <p:sldId id="268" r:id="rId12"/>
    <p:sldId id="271" r:id="rId13"/>
    <p:sldId id="272" r:id="rId14"/>
    <p:sldId id="270" r:id="rId15"/>
    <p:sldId id="265" r:id="rId16"/>
    <p:sldId id="266" r:id="rId17"/>
    <p:sldId id="267" r:id="rId18"/>
    <p:sldId id="274" r:id="rId19"/>
    <p:sldId id="27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Deployment type — not region — decides which datacentres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7D6EA"/>
                </a:solidFill>
                <a:latin typeface="Segoe UI"/>
              </a:rPr>
              <a:t>Gislefoss runs gpt-4o as </a:t>
            </a:r>
            <a:r>
              <a:rPr sz="1200" b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2766</Words>
  <Application>Microsoft Office PowerPoint</Application>
  <PresentationFormat>Widescreen</PresentationFormat>
  <Paragraphs>360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7</cp:revision>
  <dcterms:created xsi:type="dcterms:W3CDTF">2013-01-27T09:14:16Z</dcterms:created>
  <dcterms:modified xsi:type="dcterms:W3CDTF">2026-06-15T22:43:23Z</dcterms:modified>
  <cp:category/>
</cp:coreProperties>
</file>