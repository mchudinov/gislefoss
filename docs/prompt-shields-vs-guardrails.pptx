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00400"/>
                <a:gridCol w="2286000"/>
                <a:gridCol w="128016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931920"/>
                <a:gridCol w="1280160"/>
                <a:gridCol w="146304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>
                <a:solidFill>
                  <a:srgbClr val="201F1E"/>
                </a:solidFill>
                <a:latin typeface="Segoe UI"/>
              </a:rPr>
              <a:t> attached to a model deployment.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In Azure terms it is a raiPolicies resource; "guardrail"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>
                <a:solidFill>
                  <a:srgbClr val="201F1E"/>
                </a:solidFill>
                <a:latin typeface="Segoe UI"/>
              </a:rPr>
              <a:t>raiPolicyName.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39319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anchor="ctr" marL="109728" marR="73152" marT="36576" marB="36576">
                    <a:solidFill>
                      <a:srgbClr val="243A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anchor="ctr" marL="109728" marR="73152" marT="36576" marB="36576">
                    <a:solidFill>
                      <a:srgbClr val="5C2D9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anchor="ctr" marL="109728" marR="73152" marT="36576" marB="36576">
                    <a:solidFill>
                      <a:srgbClr val="107C1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64592" rIns="137160" bIns="13716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resource guardrail 'Microsoft.CognitiveServices/accounts/raiPolicies@2024-10-01'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name: guardrailName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basePolicyName: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contentFilters: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  properties: { raiPolicyName: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Meteorologist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>
                <a:solidFill>
                  <a:srgbClr val="201F1E"/>
                </a:solidFill>
                <a:latin typeface="Segoe UI"/>
              </a:rPr>
              <a:t>answer ONLY weather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App code (RunOutcomeInspector, AgentReply)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